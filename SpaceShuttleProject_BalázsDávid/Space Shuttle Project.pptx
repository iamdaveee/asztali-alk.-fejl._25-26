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2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C4E7B3-A82D-47F2-B1BA-157FC996B7D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65CBFC1-9E88-43FD-BF01-8B49ABC409EF}">
      <dgm:prSet/>
      <dgm:spPr/>
      <dgm:t>
        <a:bodyPr/>
        <a:lstStyle/>
        <a:p>
          <a:r>
            <a:rPr lang="hu-HU"/>
            <a:t>Mi a program Célja?</a:t>
          </a:r>
          <a:endParaRPr lang="en-US"/>
        </a:p>
      </dgm:t>
    </dgm:pt>
    <dgm:pt modelId="{C6D51D63-6684-4399-913C-27A9385A85AE}" type="parTrans" cxnId="{6FF08392-0067-46B4-8B47-F1DAC15088C0}">
      <dgm:prSet/>
      <dgm:spPr/>
      <dgm:t>
        <a:bodyPr/>
        <a:lstStyle/>
        <a:p>
          <a:endParaRPr lang="en-US"/>
        </a:p>
      </dgm:t>
    </dgm:pt>
    <dgm:pt modelId="{46C46DDF-E9BB-44E1-A89B-D79E52FBFAEA}" type="sibTrans" cxnId="{6FF08392-0067-46B4-8B47-F1DAC15088C0}">
      <dgm:prSet/>
      <dgm:spPr/>
      <dgm:t>
        <a:bodyPr/>
        <a:lstStyle/>
        <a:p>
          <a:endParaRPr lang="en-US"/>
        </a:p>
      </dgm:t>
    </dgm:pt>
    <dgm:pt modelId="{B5A249F5-E754-4FE0-8EDA-B3A520DCF9C7}">
      <dgm:prSet/>
      <dgm:spPr/>
      <dgm:t>
        <a:bodyPr/>
        <a:lstStyle/>
        <a:p>
          <a:r>
            <a:rPr lang="hu-HU"/>
            <a:t>Ezt hogyan éri el?</a:t>
          </a:r>
          <a:endParaRPr lang="en-US"/>
        </a:p>
      </dgm:t>
    </dgm:pt>
    <dgm:pt modelId="{2CABEF87-DB6E-4844-9EC0-26BFCA4B9A7E}" type="parTrans" cxnId="{BCEFBAD7-A636-4EE2-9DE9-555DCB6D102B}">
      <dgm:prSet/>
      <dgm:spPr/>
      <dgm:t>
        <a:bodyPr/>
        <a:lstStyle/>
        <a:p>
          <a:endParaRPr lang="en-US"/>
        </a:p>
      </dgm:t>
    </dgm:pt>
    <dgm:pt modelId="{A2AFAABB-CFC9-4590-9444-FA05780E56C2}" type="sibTrans" cxnId="{BCEFBAD7-A636-4EE2-9DE9-555DCB6D102B}">
      <dgm:prSet/>
      <dgm:spPr/>
      <dgm:t>
        <a:bodyPr/>
        <a:lstStyle/>
        <a:p>
          <a:endParaRPr lang="en-US"/>
        </a:p>
      </dgm:t>
    </dgm:pt>
    <dgm:pt modelId="{78470EA7-1DBA-46F8-8B7E-885CB21FBCF5}">
      <dgm:prSet/>
      <dgm:spPr/>
      <dgm:t>
        <a:bodyPr/>
        <a:lstStyle/>
        <a:p>
          <a:r>
            <a:rPr lang="hu-HU" dirty="0"/>
            <a:t>Alap UI magyarázat</a:t>
          </a:r>
          <a:endParaRPr lang="en-US" dirty="0"/>
        </a:p>
      </dgm:t>
    </dgm:pt>
    <dgm:pt modelId="{B20B5561-8EE1-4804-B3C2-BCD88B6FA1D2}" type="parTrans" cxnId="{7934C6BB-7454-4201-9048-D64A3B430EA0}">
      <dgm:prSet/>
      <dgm:spPr/>
      <dgm:t>
        <a:bodyPr/>
        <a:lstStyle/>
        <a:p>
          <a:endParaRPr lang="en-US"/>
        </a:p>
      </dgm:t>
    </dgm:pt>
    <dgm:pt modelId="{AF30B855-9057-4455-9B3D-9F63A2BD438C}" type="sibTrans" cxnId="{7934C6BB-7454-4201-9048-D64A3B430EA0}">
      <dgm:prSet/>
      <dgm:spPr/>
      <dgm:t>
        <a:bodyPr/>
        <a:lstStyle/>
        <a:p>
          <a:endParaRPr lang="en-US"/>
        </a:p>
      </dgm:t>
    </dgm:pt>
    <dgm:pt modelId="{7C282738-E700-4AD9-BAE0-55A87A430871}">
      <dgm:prSet/>
      <dgm:spPr/>
      <dgm:t>
        <a:bodyPr/>
        <a:lstStyle/>
        <a:p>
          <a:r>
            <a:rPr lang="hu-HU"/>
            <a:t>Változó elemek, számítások</a:t>
          </a:r>
          <a:endParaRPr lang="en-US"/>
        </a:p>
      </dgm:t>
    </dgm:pt>
    <dgm:pt modelId="{D90ACFA2-99FE-407F-BA3E-9B715D312350}" type="parTrans" cxnId="{FD068A0D-B6DD-4740-83E1-47E56782B980}">
      <dgm:prSet/>
      <dgm:spPr/>
      <dgm:t>
        <a:bodyPr/>
        <a:lstStyle/>
        <a:p>
          <a:endParaRPr lang="en-US"/>
        </a:p>
      </dgm:t>
    </dgm:pt>
    <dgm:pt modelId="{9BC60FBF-CF8F-44C7-8840-23454FDAE877}" type="sibTrans" cxnId="{FD068A0D-B6DD-4740-83E1-47E56782B980}">
      <dgm:prSet/>
      <dgm:spPr/>
      <dgm:t>
        <a:bodyPr/>
        <a:lstStyle/>
        <a:p>
          <a:endParaRPr lang="en-US"/>
        </a:p>
      </dgm:t>
    </dgm:pt>
    <dgm:pt modelId="{834F41FC-B8B4-4804-AAA4-B2E55BDD6741}" type="pres">
      <dgm:prSet presAssocID="{D5C4E7B3-A82D-47F2-B1BA-157FC996B7D1}" presName="linear" presStyleCnt="0">
        <dgm:presLayoutVars>
          <dgm:animLvl val="lvl"/>
          <dgm:resizeHandles val="exact"/>
        </dgm:presLayoutVars>
      </dgm:prSet>
      <dgm:spPr/>
    </dgm:pt>
    <dgm:pt modelId="{8A6E1EB7-27C2-4F2E-933F-9A933AAC1545}" type="pres">
      <dgm:prSet presAssocID="{F65CBFC1-9E88-43FD-BF01-8B49ABC409E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CF10CD4-7492-4705-8B13-E917213EACE8}" type="pres">
      <dgm:prSet presAssocID="{46C46DDF-E9BB-44E1-A89B-D79E52FBFAEA}" presName="spacer" presStyleCnt="0"/>
      <dgm:spPr/>
    </dgm:pt>
    <dgm:pt modelId="{47CD52F6-B38A-4347-9C48-2175919ADF92}" type="pres">
      <dgm:prSet presAssocID="{B5A249F5-E754-4FE0-8EDA-B3A520DCF9C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FAAE8A1-8DD7-43C8-B920-D8A91A046BB3}" type="pres">
      <dgm:prSet presAssocID="{A2AFAABB-CFC9-4590-9444-FA05780E56C2}" presName="spacer" presStyleCnt="0"/>
      <dgm:spPr/>
    </dgm:pt>
    <dgm:pt modelId="{1A0C81A3-509D-446B-9D3A-0636123307A6}" type="pres">
      <dgm:prSet presAssocID="{78470EA7-1DBA-46F8-8B7E-885CB21FBCF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6C0BD33-6C1D-42DD-9ACD-A2C9DF991CD7}" type="pres">
      <dgm:prSet presAssocID="{AF30B855-9057-4455-9B3D-9F63A2BD438C}" presName="spacer" presStyleCnt="0"/>
      <dgm:spPr/>
    </dgm:pt>
    <dgm:pt modelId="{44F4CD80-0BC4-4695-8FAA-A8537E8ED435}" type="pres">
      <dgm:prSet presAssocID="{7C282738-E700-4AD9-BAE0-55A87A43087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D068A0D-B6DD-4740-83E1-47E56782B980}" srcId="{D5C4E7B3-A82D-47F2-B1BA-157FC996B7D1}" destId="{7C282738-E700-4AD9-BAE0-55A87A430871}" srcOrd="3" destOrd="0" parTransId="{D90ACFA2-99FE-407F-BA3E-9B715D312350}" sibTransId="{9BC60FBF-CF8F-44C7-8840-23454FDAE877}"/>
    <dgm:cxn modelId="{4655B210-4F33-4CB5-A7F1-59CED5F083D2}" type="presOf" srcId="{78470EA7-1DBA-46F8-8B7E-885CB21FBCF5}" destId="{1A0C81A3-509D-446B-9D3A-0636123307A6}" srcOrd="0" destOrd="0" presId="urn:microsoft.com/office/officeart/2005/8/layout/vList2"/>
    <dgm:cxn modelId="{59CFDB88-74F2-4127-9DFE-A14C18A88A3A}" type="presOf" srcId="{7C282738-E700-4AD9-BAE0-55A87A430871}" destId="{44F4CD80-0BC4-4695-8FAA-A8537E8ED435}" srcOrd="0" destOrd="0" presId="urn:microsoft.com/office/officeart/2005/8/layout/vList2"/>
    <dgm:cxn modelId="{6FF08392-0067-46B4-8B47-F1DAC15088C0}" srcId="{D5C4E7B3-A82D-47F2-B1BA-157FC996B7D1}" destId="{F65CBFC1-9E88-43FD-BF01-8B49ABC409EF}" srcOrd="0" destOrd="0" parTransId="{C6D51D63-6684-4399-913C-27A9385A85AE}" sibTransId="{46C46DDF-E9BB-44E1-A89B-D79E52FBFAEA}"/>
    <dgm:cxn modelId="{F0FC2599-23CB-4698-94D2-9DCC8DD11ED2}" type="presOf" srcId="{F65CBFC1-9E88-43FD-BF01-8B49ABC409EF}" destId="{8A6E1EB7-27C2-4F2E-933F-9A933AAC1545}" srcOrd="0" destOrd="0" presId="urn:microsoft.com/office/officeart/2005/8/layout/vList2"/>
    <dgm:cxn modelId="{7934C6BB-7454-4201-9048-D64A3B430EA0}" srcId="{D5C4E7B3-A82D-47F2-B1BA-157FC996B7D1}" destId="{78470EA7-1DBA-46F8-8B7E-885CB21FBCF5}" srcOrd="2" destOrd="0" parTransId="{B20B5561-8EE1-4804-B3C2-BCD88B6FA1D2}" sibTransId="{AF30B855-9057-4455-9B3D-9F63A2BD438C}"/>
    <dgm:cxn modelId="{DDBD09CD-02DD-4051-9462-E5A6B67AE92B}" type="presOf" srcId="{D5C4E7B3-A82D-47F2-B1BA-157FC996B7D1}" destId="{834F41FC-B8B4-4804-AAA4-B2E55BDD6741}" srcOrd="0" destOrd="0" presId="urn:microsoft.com/office/officeart/2005/8/layout/vList2"/>
    <dgm:cxn modelId="{BCEFBAD7-A636-4EE2-9DE9-555DCB6D102B}" srcId="{D5C4E7B3-A82D-47F2-B1BA-157FC996B7D1}" destId="{B5A249F5-E754-4FE0-8EDA-B3A520DCF9C7}" srcOrd="1" destOrd="0" parTransId="{2CABEF87-DB6E-4844-9EC0-26BFCA4B9A7E}" sibTransId="{A2AFAABB-CFC9-4590-9444-FA05780E56C2}"/>
    <dgm:cxn modelId="{2CC7AAE2-9FE5-4910-A9BF-C93B53F4ADD0}" type="presOf" srcId="{B5A249F5-E754-4FE0-8EDA-B3A520DCF9C7}" destId="{47CD52F6-B38A-4347-9C48-2175919ADF92}" srcOrd="0" destOrd="0" presId="urn:microsoft.com/office/officeart/2005/8/layout/vList2"/>
    <dgm:cxn modelId="{7ED496BE-1517-4083-9782-1E284F07CD30}" type="presParOf" srcId="{834F41FC-B8B4-4804-AAA4-B2E55BDD6741}" destId="{8A6E1EB7-27C2-4F2E-933F-9A933AAC1545}" srcOrd="0" destOrd="0" presId="urn:microsoft.com/office/officeart/2005/8/layout/vList2"/>
    <dgm:cxn modelId="{F252322C-E62E-4D78-A595-BC64F837DD70}" type="presParOf" srcId="{834F41FC-B8B4-4804-AAA4-B2E55BDD6741}" destId="{FCF10CD4-7492-4705-8B13-E917213EACE8}" srcOrd="1" destOrd="0" presId="urn:microsoft.com/office/officeart/2005/8/layout/vList2"/>
    <dgm:cxn modelId="{FA8CD7BF-2F06-4E32-973C-72318604B9A4}" type="presParOf" srcId="{834F41FC-B8B4-4804-AAA4-B2E55BDD6741}" destId="{47CD52F6-B38A-4347-9C48-2175919ADF92}" srcOrd="2" destOrd="0" presId="urn:microsoft.com/office/officeart/2005/8/layout/vList2"/>
    <dgm:cxn modelId="{F2297D38-4AF5-497D-8D83-35BF8C85910A}" type="presParOf" srcId="{834F41FC-B8B4-4804-AAA4-B2E55BDD6741}" destId="{3FAAE8A1-8DD7-43C8-B920-D8A91A046BB3}" srcOrd="3" destOrd="0" presId="urn:microsoft.com/office/officeart/2005/8/layout/vList2"/>
    <dgm:cxn modelId="{071794C5-F502-466B-8AED-C755AB2DA867}" type="presParOf" srcId="{834F41FC-B8B4-4804-AAA4-B2E55BDD6741}" destId="{1A0C81A3-509D-446B-9D3A-0636123307A6}" srcOrd="4" destOrd="0" presId="urn:microsoft.com/office/officeart/2005/8/layout/vList2"/>
    <dgm:cxn modelId="{ECCFD435-5B89-410E-818F-A3E44D4C3818}" type="presParOf" srcId="{834F41FC-B8B4-4804-AAA4-B2E55BDD6741}" destId="{16C0BD33-6C1D-42DD-9ACD-A2C9DF991CD7}" srcOrd="5" destOrd="0" presId="urn:microsoft.com/office/officeart/2005/8/layout/vList2"/>
    <dgm:cxn modelId="{F7C8317B-213E-42E2-B2C4-D2243F241E37}" type="presParOf" srcId="{834F41FC-B8B4-4804-AAA4-B2E55BDD6741}" destId="{44F4CD80-0BC4-4695-8FAA-A8537E8ED43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6E1EB7-27C2-4F2E-933F-9A933AAC1545}">
      <dsp:nvSpPr>
        <dsp:cNvPr id="0" name=""/>
        <dsp:cNvSpPr/>
      </dsp:nvSpPr>
      <dsp:spPr>
        <a:xfrm>
          <a:off x="0" y="801718"/>
          <a:ext cx="6949440" cy="959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000" kern="1200"/>
            <a:t>Mi a program Célja?</a:t>
          </a:r>
          <a:endParaRPr lang="en-US" sz="4000" kern="1200"/>
        </a:p>
      </dsp:txBody>
      <dsp:txXfrm>
        <a:off x="46834" y="848552"/>
        <a:ext cx="6855772" cy="865732"/>
      </dsp:txXfrm>
    </dsp:sp>
    <dsp:sp modelId="{47CD52F6-B38A-4347-9C48-2175919ADF92}">
      <dsp:nvSpPr>
        <dsp:cNvPr id="0" name=""/>
        <dsp:cNvSpPr/>
      </dsp:nvSpPr>
      <dsp:spPr>
        <a:xfrm>
          <a:off x="0" y="1876318"/>
          <a:ext cx="6949440" cy="959400"/>
        </a:xfrm>
        <a:prstGeom prst="roundRect">
          <a:avLst/>
        </a:prstGeom>
        <a:solidFill>
          <a:schemeClr val="accent2">
            <a:hueOff val="-347110"/>
            <a:satOff val="-7210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000" kern="1200"/>
            <a:t>Ezt hogyan éri el?</a:t>
          </a:r>
          <a:endParaRPr lang="en-US" sz="4000" kern="1200"/>
        </a:p>
      </dsp:txBody>
      <dsp:txXfrm>
        <a:off x="46834" y="1923152"/>
        <a:ext cx="6855772" cy="865732"/>
      </dsp:txXfrm>
    </dsp:sp>
    <dsp:sp modelId="{1A0C81A3-509D-446B-9D3A-0636123307A6}">
      <dsp:nvSpPr>
        <dsp:cNvPr id="0" name=""/>
        <dsp:cNvSpPr/>
      </dsp:nvSpPr>
      <dsp:spPr>
        <a:xfrm>
          <a:off x="0" y="2950919"/>
          <a:ext cx="6949440" cy="959400"/>
        </a:xfrm>
        <a:prstGeom prst="roundRect">
          <a:avLst/>
        </a:prstGeom>
        <a:solidFill>
          <a:schemeClr val="accent2">
            <a:hueOff val="-694219"/>
            <a:satOff val="-14421"/>
            <a:lumOff val="-39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000" kern="1200" dirty="0"/>
            <a:t>Alap UI magyarázat</a:t>
          </a:r>
          <a:endParaRPr lang="en-US" sz="4000" kern="1200" dirty="0"/>
        </a:p>
      </dsp:txBody>
      <dsp:txXfrm>
        <a:off x="46834" y="2997753"/>
        <a:ext cx="6855772" cy="865732"/>
      </dsp:txXfrm>
    </dsp:sp>
    <dsp:sp modelId="{44F4CD80-0BC4-4695-8FAA-A8537E8ED435}">
      <dsp:nvSpPr>
        <dsp:cNvPr id="0" name=""/>
        <dsp:cNvSpPr/>
      </dsp:nvSpPr>
      <dsp:spPr>
        <a:xfrm>
          <a:off x="0" y="4025519"/>
          <a:ext cx="6949440" cy="959400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000" kern="1200"/>
            <a:t>Változó elemek, számítások</a:t>
          </a:r>
          <a:endParaRPr lang="en-US" sz="4000" kern="1200"/>
        </a:p>
      </dsp:txBody>
      <dsp:txXfrm>
        <a:off x="46834" y="4072353"/>
        <a:ext cx="6855772" cy="8657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62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16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15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83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412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936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40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55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02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783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03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3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16" r:id="rId6"/>
    <p:sldLayoutId id="2147483712" r:id="rId7"/>
    <p:sldLayoutId id="2147483713" r:id="rId8"/>
    <p:sldLayoutId id="2147483714" r:id="rId9"/>
    <p:sldLayoutId id="2147483715" r:id="rId10"/>
    <p:sldLayoutId id="214748371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4CFF9F-6888-C3BF-7442-2EA3E6EDC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007" y="603501"/>
            <a:ext cx="4361693" cy="15270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Space Shuttle 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</a:t>
            </a:r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967B64-E1BE-8F1F-5149-4E16EB9728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71" r="31695" b="-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C90ECAC-4E1F-2B76-4F12-4C38D997B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3007" y="2212846"/>
            <a:ext cx="4361693" cy="409651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Célja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Felhasználói szemszög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Komponensek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Algoritmusok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319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FF6D5B-CE30-F90E-D944-91077D8A6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hu-HU" sz="4000" dirty="0"/>
              <a:t>Program Célja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E8DF7645-BD3F-D1BE-F16E-99771AE53C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8314555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076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6E37E9F-0D7B-3A32-831F-F60BBD6B9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47F9EC-6F06-80B4-1BAB-BBF702EBA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069848"/>
            <a:ext cx="4916424" cy="1353312"/>
          </a:xfrm>
        </p:spPr>
        <p:txBody>
          <a:bodyPr anchor="b">
            <a:normAutofit/>
          </a:bodyPr>
          <a:lstStyle/>
          <a:p>
            <a:r>
              <a:rPr lang="hu-HU" dirty="0"/>
              <a:t>Komponensek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CAC922-01CF-9A00-C1BA-F8C0B4D71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163" y="2753150"/>
            <a:ext cx="4916487" cy="29693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CE436F-2BB4-37F3-87E1-851816C48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262" y="882111"/>
            <a:ext cx="4012844" cy="242777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47EBA7-5CCC-389A-053D-B893A69848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25118" y="3539091"/>
            <a:ext cx="4015319" cy="242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94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96800-E628-C775-EC6B-34415332A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44D668-9044-CD46-C4E7-41DC5FCA4A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531" y="1716088"/>
            <a:ext cx="7604201" cy="459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05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0193A-8598-3744-4009-AB9AEE5C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Szűrők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4DA65C-9381-D2F6-DD55-3A05C2A1D8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39153" y="1716088"/>
            <a:ext cx="7600956" cy="459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340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5A92A98-187D-1D81-86FD-8D40CC69B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F7D5EA-8054-AB8E-E6B1-DDCE99CAE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40" y="473829"/>
            <a:ext cx="11294162" cy="11702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Űrhajók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CFCD82-8714-7769-5963-7743430EB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900" y="1508760"/>
            <a:ext cx="4955458" cy="3840480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DE2FEF91-192C-C4D2-77FE-1C9C25D1B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9642" y="1773199"/>
            <a:ext cx="5559552" cy="344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42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DDCD-F1A7-096A-1772-3E9733927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681" y="360587"/>
            <a:ext cx="10653578" cy="1132258"/>
          </a:xfrm>
        </p:spPr>
        <p:txBody>
          <a:bodyPr/>
          <a:lstStyle/>
          <a:p>
            <a:r>
              <a:rPr lang="hu-HU" dirty="0"/>
              <a:t>Szűrő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1CE113-32F2-8A8C-B193-95A2E9409F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4" t="10468" r="10673" b="10513"/>
          <a:stretch>
            <a:fillRect/>
          </a:stretch>
        </p:blipFill>
        <p:spPr>
          <a:xfrm>
            <a:off x="479681" y="926716"/>
            <a:ext cx="3644644" cy="35065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AF460A-CC68-D402-76BD-9F1B29CC5B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12" t="15265" r="12648" b="15709"/>
          <a:stretch>
            <a:fillRect/>
          </a:stretch>
        </p:blipFill>
        <p:spPr>
          <a:xfrm>
            <a:off x="479681" y="4647991"/>
            <a:ext cx="2905127" cy="2141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18E9CC-83AB-A3EE-A2BA-BA38DCC67E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21" t="19022" r="12261" b="18384"/>
          <a:stretch>
            <a:fillRect/>
          </a:stretch>
        </p:blipFill>
        <p:spPr>
          <a:xfrm>
            <a:off x="5297637" y="926716"/>
            <a:ext cx="2905126" cy="15621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FD4A0F-CC7A-91A6-A35A-E1FA79DFCD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4" t="8840" r="7153" b="9003"/>
          <a:stretch>
            <a:fillRect/>
          </a:stretch>
        </p:blipFill>
        <p:spPr>
          <a:xfrm>
            <a:off x="5297637" y="2565694"/>
            <a:ext cx="5216260" cy="416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204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D9613-DE46-25CD-6AA2-D0EBE830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Számítások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626C1D-AB0C-4E39-E912-CE5EC712AA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475" t="26538" r="8465" b="27124"/>
          <a:stretch>
            <a:fillRect/>
          </a:stretch>
        </p:blipFill>
        <p:spPr>
          <a:xfrm>
            <a:off x="612648" y="1290373"/>
            <a:ext cx="4543425" cy="781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88B0DF-56A7-C355-54D9-534974DA4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3" t="18419" r="5719" b="19097"/>
          <a:stretch>
            <a:fillRect/>
          </a:stretch>
        </p:blipFill>
        <p:spPr>
          <a:xfrm>
            <a:off x="612648" y="2313359"/>
            <a:ext cx="8001000" cy="1657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51CA25-BC14-7433-EF81-EC004E4368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977" t="17749" r="10030" b="19251"/>
          <a:stretch>
            <a:fillRect/>
          </a:stretch>
        </p:blipFill>
        <p:spPr>
          <a:xfrm>
            <a:off x="5324475" y="356923"/>
            <a:ext cx="4086225" cy="1714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3F8223-1B58-89F8-7352-4B2B888ABA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207" t="20149" r="8543" b="19678"/>
          <a:stretch>
            <a:fillRect/>
          </a:stretch>
        </p:blipFill>
        <p:spPr>
          <a:xfrm>
            <a:off x="541209" y="4212645"/>
            <a:ext cx="5509569" cy="16573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04E411-6A66-0706-AE00-14A591F1153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267" t="18416" r="8419" b="19400"/>
          <a:stretch>
            <a:fillRect/>
          </a:stretch>
        </p:blipFill>
        <p:spPr>
          <a:xfrm>
            <a:off x="6346162" y="4212645"/>
            <a:ext cx="5590571" cy="184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8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016FA66-B958-3A21-91DF-D3AF705EC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67440F-BA85-DEC0-EFB4-FBF58250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557" y="548640"/>
            <a:ext cx="4416552" cy="2250895"/>
          </a:xfrm>
        </p:spPr>
        <p:txBody>
          <a:bodyPr anchor="t">
            <a:normAutofit/>
          </a:bodyPr>
          <a:lstStyle/>
          <a:p>
            <a:r>
              <a:rPr lang="hu-HU"/>
              <a:t>Évszám alapján keresés</a:t>
            </a:r>
            <a:endParaRPr lang="hu-HU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D392BEB-FE38-0F6B-78EE-4DF65B5071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753" y="319260"/>
            <a:ext cx="5136453" cy="310974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7F44BE-ABAB-ACD8-A583-9C8E90B163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71" t="12462" r="8897" b="12474"/>
          <a:stretch>
            <a:fillRect/>
          </a:stretch>
        </p:blipFill>
        <p:spPr>
          <a:xfrm>
            <a:off x="615557" y="1722583"/>
            <a:ext cx="5441692" cy="32670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BB047B-B17E-FA0B-6A8E-8CB147D37F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9" r="1069"/>
          <a:stretch/>
        </p:blipFill>
        <p:spPr>
          <a:xfrm>
            <a:off x="6134754" y="3404983"/>
            <a:ext cx="5441690" cy="335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024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5D297-5CD8-0422-B742-1C643C5BB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Mentés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7BC0A62-85E2-A75B-1433-6204A33BD5E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8155" t="7238" r="8478" b="7421"/>
          <a:stretch>
            <a:fillRect/>
          </a:stretch>
        </p:blipFill>
        <p:spPr>
          <a:xfrm>
            <a:off x="612648" y="1251757"/>
            <a:ext cx="4762500" cy="5499073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CB8EBE5-CC3E-BF52-56D5-865C759867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8400" t="6435" r="8329" b="6642"/>
          <a:stretch>
            <a:fillRect/>
          </a:stretch>
        </p:blipFill>
        <p:spPr>
          <a:xfrm>
            <a:off x="6096000" y="223219"/>
            <a:ext cx="4944504" cy="652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410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47822F-D99E-9A43-AFF4-AEF75CC7D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/>
          </a:bodyPr>
          <a:lstStyle/>
          <a:p>
            <a:pPr algn="l"/>
            <a:r>
              <a:rPr lang="hu-HU" sz="4400"/>
              <a:t>Köszönöm a figyelmet!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EA8D5-CC74-26ED-BE07-9E6FACD00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614857" cy="1319951"/>
          </a:xfrm>
        </p:spPr>
        <p:txBody>
          <a:bodyPr>
            <a:normAutofit/>
          </a:bodyPr>
          <a:lstStyle/>
          <a:p>
            <a:pPr algn="l"/>
            <a:r>
              <a:rPr lang="hu-HU" dirty="0"/>
              <a:t>Balázs Dávid</a:t>
            </a:r>
          </a:p>
          <a:p>
            <a:pPr algn="l"/>
            <a:r>
              <a:rPr lang="hu-HU" dirty="0"/>
              <a:t>2026.03.29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9F79F6-E6AD-CAAD-46C8-406D346932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2" r="26856" b="-1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98200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43</Words>
  <Application>Microsoft Office PowerPoint</Application>
  <PresentationFormat>Widescreen</PresentationFormat>
  <Paragraphs>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Neue Haas Grotesk Text Pro</vt:lpstr>
      <vt:lpstr>VanillaVTI</vt:lpstr>
      <vt:lpstr>Space Shuttle Project</vt:lpstr>
      <vt:lpstr>Program Célja</vt:lpstr>
      <vt:lpstr>Komponensek</vt:lpstr>
      <vt:lpstr>PowerPoint Presentation</vt:lpstr>
      <vt:lpstr>Szűrők</vt:lpstr>
      <vt:lpstr>Űrhajók</vt:lpstr>
      <vt:lpstr>Szűrő</vt:lpstr>
      <vt:lpstr>Számítások</vt:lpstr>
      <vt:lpstr>Évszám alapján keresés</vt:lpstr>
      <vt:lpstr>Mentés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Dávid Balázs</dc:creator>
  <cp:lastModifiedBy>Dávid Balázs</cp:lastModifiedBy>
  <cp:revision>3</cp:revision>
  <dcterms:created xsi:type="dcterms:W3CDTF">2026-03-29T08:29:14Z</dcterms:created>
  <dcterms:modified xsi:type="dcterms:W3CDTF">2026-03-29T18:22:14Z</dcterms:modified>
</cp:coreProperties>
</file>